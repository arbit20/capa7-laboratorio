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Capa 7 del Modelo OSI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Aplicación: funciones, protocolos y desarrollo del video explicativo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Privada Franz Tamayo (UNIFRANZ)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Integrante(s): [Nombre(s)]   |   Docente: [Nombre del docente]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planteamiento del problema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77440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Objetivos, alcance y límites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9067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OSI y la Capa de Aplicación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03904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principales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17136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cliente-servidor y seguridad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23036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tecnológicos del video y conclusiones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 — Capa 7 (Aplicación)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y antecedentes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AF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Capa 7?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séptima y última capa del modelo OSI, la más cercana al usuario final. Permite que los programas que usamos a diario —navegador, correo, mensajería— se comuniquen a través de la red.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Antecedentes generales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17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OSI fue propuesto por la ISO en 1984 para estandarizar la comunicación entre sistemas de distintos fabricantes, mediante siete capas.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problemática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231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a diario servicios basados en la Capa de Aplicación sin comprender los mecanismos que los hacen posibles, lo que dificulta aprender temas más avanzados de redes.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Formulación del problema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explicar de forma clara y didáctica el funcionamiento de la Capa 7 y sus protocolos, en un informe y un material audiovisual?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 — Capa 7 (Aplicación)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214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funcionamiento de la Capa de Aplicación (Capa 7) y elaborar un material audiovisual que explique con claridad sus funciones y protocolos principales.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EAF4F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9547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7490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las funciones principales de la Capa de Aplicación.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80760" y="36576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EA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39547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7490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protocolos más relevantes (HTTP, DNS, SMTP, FTP, SSH, SNMP).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EA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1892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189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9834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su relación con las demás capas del modelo OSI.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80760" y="489204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EA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51892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5189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9834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un video explicativo que sintetice estos conceptos.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 — Capa 7 (Aplicación)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Alcance, límites y justificación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conceptual de la Capa de Aplicación y sus protocolos, más la producción de un video explicativo.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70248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324612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 implementación técnica ni configuración de los protocolos; el enfoque es teórico y divulgativo.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1856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20574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324612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la Capa 7 es clave para comprender los servicios de internet usados a diario; el video facilita ese aprendizaje.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 — Capa 7 (Aplicación)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 — MARCO TEÓRICO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OSI: siete capas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la ISO (1984) que organiza la comunicación de red en siete niveles independientes, cada uno con una función específica.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0" y="1508760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50876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150876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167128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21671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16712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2825496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82549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825496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3483864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48386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48386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4142232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14223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14223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4800600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80060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80060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de datos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0" y="5458968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EAF4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7960" y="545896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545896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27889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Capa 7: la más cercana al usuario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 — Capa 7 (Aplicación)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 — MARCO TEÓRICO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de Aplicación: definición y funciones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AF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la aplicación en sí, sino los protocolos que permiten que un programa (navegador, correo, mensajería) se comunique con otro sistema.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 los interlocutores de la comunicación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80760" y="2971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07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la disponibilidad de recursos en la red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206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la comunicación entre aplicaciones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080760" y="4343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807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4206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formato a los datos según la necesidad de la aplicación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 — Capa 7 (Aplicación)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 — MARCO TEÓRICO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cliente-servidor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protocolos de la Capa de Aplicación funcionan bajo este modelo: un equipo solicita un servicio y otro lo provee.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83464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un servicio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(ej. abrir una página web)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0" y="283464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 el servicio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(ej. entrega la página solicitada)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520440"/>
            <a:ext cx="3383280" cy="0"/>
          </a:xfrm>
          <a:prstGeom prst="line">
            <a:avLst/>
          </a:prstGeom>
          <a:noFill/>
          <a:ln w="25400">
            <a:solidFill>
              <a:srgbClr val="1B273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38912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4160520"/>
            <a:ext cx="3383280" cy="0"/>
          </a:xfrm>
          <a:prstGeom prst="line">
            <a:avLst/>
          </a:prstGeom>
          <a:noFill/>
          <a:ln w="25400">
            <a:solidFill>
              <a:srgbClr val="1B2733"/>
            </a:solidFill>
            <a:prstDash val="solid"/>
            <a:head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38912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del funcionamiento de la navegación web, el correo electrónico y la transferencia de archivos.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 — Capa 7 (Aplicación)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 — MARCO TEÓRICO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Protocolos principales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y transferencia de páginas web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0248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8"/>
          </a:solidFill>
          <a:ln/>
        </p:spPr>
      </p:sp>
      <p:sp>
        <p:nvSpPr>
          <p:cNvPr id="9" name="Shape 7"/>
          <p:cNvSpPr/>
          <p:nvPr/>
        </p:nvSpPr>
        <p:spPr>
          <a:xfrm>
            <a:off x="4544568" y="19659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44568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606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nombres de dominio a direcciones IP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1856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66176" y="19659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66176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SMTP/POP3/IMAP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606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y recepción de correo electrónico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11480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114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FTP/SFTP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7548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archivos entre equipos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70248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44568" y="411480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44568" y="4114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SSH/Telnet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47548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administración remota de equipos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91856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8266176" y="411480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66176" y="4114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66176" y="47548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administración de dispositivos de red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 — Capa 7 (Aplicación)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 — MARCO TEÓRICO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en la Capa de Aplicación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Cifrado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y SFTP protegen los datos en tránsito frente a interceptaciones.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70248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33832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identidad de los usuarios antes de otorgar acceso a un servicio.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91856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Certificados digitales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33832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Validan la identidad de servidores y sitios web confiables.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 — Capa 7 (Aplicación)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tecnológicos para el video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103120" cy="246888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348740" y="2377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487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Google Docs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70048" y="3337560"/>
            <a:ext cx="100584" cy="0"/>
          </a:xfrm>
          <a:prstGeom prst="line">
            <a:avLst/>
          </a:prstGeom>
          <a:noFill/>
          <a:ln w="1905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2103120"/>
            <a:ext cx="2103120" cy="246888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3589020" y="2377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890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visual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/ Canva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10328" y="3337560"/>
            <a:ext cx="100584" cy="0"/>
          </a:xfrm>
          <a:prstGeom prst="line">
            <a:avLst/>
          </a:prstGeom>
          <a:noFill/>
          <a:ln w="1905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2103120"/>
            <a:ext cx="2103120" cy="246888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5829300" y="2377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293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Grabación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Studio / Camtasia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50608" y="3337560"/>
            <a:ext cx="100584" cy="0"/>
          </a:xfrm>
          <a:prstGeom prst="line">
            <a:avLst/>
          </a:prstGeom>
          <a:noFill/>
          <a:ln w="1905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69480" y="2103120"/>
            <a:ext cx="2103120" cy="246888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069580" y="2377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695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Edición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 / Premiere / DaVinci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390888" y="3337560"/>
            <a:ext cx="100584" cy="0"/>
          </a:xfrm>
          <a:prstGeom prst="line">
            <a:avLst/>
          </a:prstGeom>
          <a:noFill/>
          <a:ln w="1905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09760" y="2103120"/>
            <a:ext cx="2103120" cy="246888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09860" y="2377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098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Publicación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/ YouTube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software referencial — ajustar a las herramientas usadas por el grupo.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 — Capa 7 (Aplicación)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7 es el puente entre las necesidades del usuario y la infraestructura de red.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337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como HTTP, DNS, SMTP, FTP, SSH y SNMP sostienen los servicios de internet que usamos a diario.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983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754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explicativo permitió sintetizar estos conceptos en un formato más accesible y didáctico.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Comunicaciones — Capa 7 (Aplicación)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sobre la Capa 7 (Aplicación) del modelo OSI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2026-09-16T02:53:05Z</dcterms:created>
  <dcterms:modified xsi:type="dcterms:W3CDTF">2026-09-16T02:53:05Z</dcterms:modified>
</cp:coreProperties>
</file>